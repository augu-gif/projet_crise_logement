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webextensions/webextension7.xml" ContentType="application/vnd.ms-office.webextension+xml"/>
  <Override PartName="/ppt/webextensions/webextension8.xml" ContentType="application/vnd.ms-office.webextension+xml"/>
  <Override PartName="/ppt/webextensions/webextension9.xml" ContentType="application/vnd.ms-office.webextension+xml"/>
  <Override PartName="/ppt/webextensions/webextension10.xml" ContentType="application/vnd.ms-office.webextension+xml"/>
  <Override PartName="/ppt/webextensions/webextension11.xml" ContentType="application/vnd.ms-office.webextension+xml"/>
  <Override PartName="/ppt/webextensions/webextension12.xml" ContentType="application/vnd.ms-office.webextension+xml"/>
  <Override PartName="/ppt/webextensions/webextension13.xml" ContentType="application/vnd.ms-office.webextension+xml"/>
  <Override PartName="/ppt/webextensions/webextension14.xml" ContentType="application/vnd.ms-office.webextension+xml"/>
  <Override PartName="/ppt/webextensions/webextension15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F5BD6-DD64-8B7C-5A5D-5BC81F38A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DB8C537-E9B6-8FCA-FDB0-0F1689C90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73462-CEF1-9B18-92D5-502FCAAF9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2C2A9B-15CD-0368-AF4C-F8F9DD9C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76B932-FAE7-B8A8-79A5-E0496ECE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905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8FAB67-BC44-6900-EAAD-4F7F9224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386DA2-3FEE-17D9-8978-7A3AF3555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0F8ABA-65DD-4419-88E0-12B99386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38BC36-8193-99EF-8DCB-5D5CC891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A05549-1744-E410-060E-4E2C257E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34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482584-CE53-CC72-0A57-BAA03E5C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DC9D84-9912-4C05-AC5A-59CABF3E9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4DD8D2-39FC-314E-9A8D-24C1BD40F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FF4B62-F857-300E-5B74-0721F02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F752BB-EBC4-0412-6AF1-64FEE5D1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41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7841F-4ADA-D887-9E7C-AD8BECC9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38B833-1FE7-E4E5-AA28-C41298BF4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D3A63E-2FDB-9D7E-4E1A-674819260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207335-1F0F-735E-BECC-9D22FCF0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CB1B4A-A429-BEAA-1453-07F218F74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3BDA98-499A-C23F-1916-26DEB63D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6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9D92B8-4D86-762B-337E-F0E8A4D7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173725-574F-FB05-4E77-E79BE00F6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C80D7A-CA30-5EB7-68EF-5E0F3BCB4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D2DD3B-4879-0D83-51BD-CF27F2F112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ABDB52-8143-EE3D-3D86-B335D8677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569BBC4-07A4-4EF9-BE32-44F9B52B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E92E8EF-A3BC-F837-BFA2-B95BAA97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6B8FF7A-66BA-DECB-F1CD-FF943BEE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893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8F879F-DE25-49CE-60A0-FC5BC8DA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E7E5252-68FA-F011-7A71-5028C1CC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A6DA966-C9EF-847F-F7AC-9DDBBAA80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19856B-FD2B-94EE-AA01-C51A0E27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22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2A4F062-78F7-5366-0AF4-9B693FBB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5BA46A-3FBE-E6C3-910D-9EC36A3F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B881CF-17AD-A0ED-AB9D-06110B8C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63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236E2-F006-600A-DE94-7A40A9E88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F935B5-342D-0E2A-89E3-10BB8FF76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F23846-4DB2-981A-5EA5-49EEA2E1B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D66622-1E7E-261E-3794-4BA05B91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A1D8FC-A1A7-D128-0F04-16FA088D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9E0787-1CD9-E273-4183-07B15117C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4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9C17C-BF22-D458-F297-47E7D2E6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A492A73-2490-F467-E80E-D034FB581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DE0FE7-B9B2-86B7-B7B7-152F88541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2D57C-BB0B-030A-71E9-826485FC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A2AFD6-9C4D-4AD6-82FB-765BF8A6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7C8CD9-3D7C-47C4-F3D6-DC851105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82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FFB19E-D6D0-64C4-2FCC-DB730D75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47450E-8E19-49BE-923C-1650AFE11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17FCD8-E2C8-0E91-16F8-104256A9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59BCC8-9AB1-8024-EDEA-14F6B40C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D07CF8-114F-36B7-6F3A-37AEB60A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696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F35A5F6-D15A-FEF6-FE6B-6C4039839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2D76A9-BD8C-FBF1-EABC-22EB18F2A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D2859D-0080-9D91-6461-874B2B1D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2B99FA-9077-483C-D034-16448F144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99228E-E838-2924-60E3-64DBA1E9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3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BEB05EB-A829-E95C-9BCE-2D9401085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703916-216F-4D37-510C-AD4E85DB7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70EACD-1AE4-1112-5E9F-4F0707383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A774F-BA86-41DF-AFBD-D75D785DC596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9323CD-8900-E9CE-8C3F-28DA79CD6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5B1F2F-64D3-5C61-2C5D-1498CEC6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E3293-D094-4B32-B207-9833D3882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143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mplément 3" title="Microsoft Power BI">
                <a:extLst>
                  <a:ext uri="{FF2B5EF4-FFF2-40B4-BE49-F238E27FC236}">
                    <a16:creationId xmlns:a16="http://schemas.microsoft.com/office/drawing/2014/main" id="{7F0D4ECC-F99D-A52A-E6AB-574A24BA49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0061075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mplément 3" title="Microsoft Power BI">
                <a:extLst>
                  <a:ext uri="{FF2B5EF4-FFF2-40B4-BE49-F238E27FC236}">
                    <a16:creationId xmlns:a16="http://schemas.microsoft.com/office/drawing/2014/main" id="{7F0D4ECC-F99D-A52A-E6AB-574A24BA49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682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mplément 3" title="Microsoft Power BI">
                <a:extLst>
                  <a:ext uri="{FF2B5EF4-FFF2-40B4-BE49-F238E27FC236}">
                    <a16:creationId xmlns:a16="http://schemas.microsoft.com/office/drawing/2014/main" id="{7E99BCD3-B637-FABA-64AA-EF9D6DEAD7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4800515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mplément 3" title="Microsoft Power BI">
                <a:extLst>
                  <a:ext uri="{FF2B5EF4-FFF2-40B4-BE49-F238E27FC236}">
                    <a16:creationId xmlns:a16="http://schemas.microsoft.com/office/drawing/2014/main" id="{7E99BCD3-B637-FABA-64AA-EF9D6DEAD7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408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mplément 3" title="Microsoft Power BI">
                <a:extLst>
                  <a:ext uri="{FF2B5EF4-FFF2-40B4-BE49-F238E27FC236}">
                    <a16:creationId xmlns:a16="http://schemas.microsoft.com/office/drawing/2014/main" id="{B9E49C0C-772E-1276-A4F8-700883CB4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652778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mplément 3" title="Microsoft Power BI">
                <a:extLst>
                  <a:ext uri="{FF2B5EF4-FFF2-40B4-BE49-F238E27FC236}">
                    <a16:creationId xmlns:a16="http://schemas.microsoft.com/office/drawing/2014/main" id="{B9E49C0C-772E-1276-A4F8-700883CB48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98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Complément 4" title="Microsoft Power BI">
                <a:extLst>
                  <a:ext uri="{FF2B5EF4-FFF2-40B4-BE49-F238E27FC236}">
                    <a16:creationId xmlns:a16="http://schemas.microsoft.com/office/drawing/2014/main" id="{90CCE3BC-DA28-62D4-50C2-3431C6485E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2702457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Complément 4" title="Microsoft Power BI">
                <a:extLst>
                  <a:ext uri="{FF2B5EF4-FFF2-40B4-BE49-F238E27FC236}">
                    <a16:creationId xmlns:a16="http://schemas.microsoft.com/office/drawing/2014/main" id="{90CCE3BC-DA28-62D4-50C2-3431C6485E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633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7372A126-9FF4-886F-B034-63ED01BD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3064560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7372A126-9FF4-886F-B034-63ED01BD57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801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653A252F-7443-3E2E-2BD3-883C4AD59A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4824847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653A252F-7443-3E2E-2BD3-883C4AD59AF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498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E14F7F2D-A8D1-CB09-0AE9-97512D4FA3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5861097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E14F7F2D-A8D1-CB09-0AE9-97512D4FA3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623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5E941D45-01DA-AB44-8138-F3B1BCFED8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52924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5E941D45-01DA-AB44-8138-F3B1BCFED8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42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7C8E67EF-E926-B87E-4F9C-D792020889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1785265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7C8E67EF-E926-B87E-4F9C-D792020889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69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Complément 4" title="Microsoft Power BI">
                <a:extLst>
                  <a:ext uri="{FF2B5EF4-FFF2-40B4-BE49-F238E27FC236}">
                    <a16:creationId xmlns:a16="http://schemas.microsoft.com/office/drawing/2014/main" id="{4F335E63-9677-74F7-2BC6-799284F58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481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Complément 4" title="Microsoft Power BI">
                <a:extLst>
                  <a:ext uri="{FF2B5EF4-FFF2-40B4-BE49-F238E27FC236}">
                    <a16:creationId xmlns:a16="http://schemas.microsoft.com/office/drawing/2014/main" id="{4F335E63-9677-74F7-2BC6-799284F58D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788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F8B4A1F5-3C50-0086-D811-B378B734D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3017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F8B4A1F5-3C50-0086-D811-B378B734D2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8743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4FF4CF35-8817-7518-BDA5-DBFC30125D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624861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4FF4CF35-8817-7518-BDA5-DBFC30125D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9104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8A973092-2A13-214B-7855-0BCA9D574B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486143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8A973092-2A13-214B-7855-0BCA9D574B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1495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C9C74F64-9859-5920-F085-A19EC548B5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3960882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C9C74F64-9859-5920-F085-A19EC548B5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206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0F14C617-31CF-A9A6-AB8C-43A0CA92C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5491056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Complément 1" title="Microsoft Power BI">
                <a:extLst>
                  <a:ext uri="{FF2B5EF4-FFF2-40B4-BE49-F238E27FC236}">
                    <a16:creationId xmlns:a16="http://schemas.microsoft.com/office/drawing/2014/main" id="{0F14C617-31CF-A9A6-AB8C-43A0CA92C7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17532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BECC73CB-8AF2-40E3-9D31-45758ED94DC5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6WTTWvkMAyG/0rxeSjyRxK7116XpTCll9KDLGsGF08SEk+Z7jD/fe2k0MNuGWgvifVaeV5JKGcR4jwmfP+NBxZ3Yhv3PecbKTaiXxUNYIAaa11gTcyKHZXbYcxx6GdxdxYZpz3npzgfMVVMEZ9fNgJTesB9jXaYZt6Ikad56DHFP7wml6s8HfmyEXwa0zBhRW4zZq7Yt5Je4lKCvNXFESnHN94y5VW1QSsJTgKqcgStGupK2rwmLJX9N6WiF/v7oc8Y+2JTtc4gSOl8B0Yi+ECNh6rPsd+nj4I/v318H+tw4qF0WKfhX4tt5VwupZ2ubUwnNZm268g5Yw2677I8gNRsQDpWqgVnbeiusjKfsh9O/9KCapUxZEARsLWeLNkf0HbgqWkCEDZstbZde532RZ9siXZt0y7tggyewvX5f1nZruHWa1IOAcGaOkT+Lm0BfiriwGXf62E45nlE4gfsS/x8FuM0lCXPkZe8stTYBw4f56m+f8XM02r9hOlYXZe/Qyw2L/XxF2UYeWuTAwAA&quot;"/>
    <we:property name="creatorSessionId" value="&quot;67b86cd2-5e25-4aae-ab26-da6566e1f449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6VTTW/bMAz9K4POwUDJsi331g07df3AMvRSFAMlMYEGRTZspUgX5L+Psgv00BUBuotFPj++RxLSUfgwDRGfb3BH4kKswzZR/iTFSqQF+XJ7e3V9+ePq183l9TeG+yGHPk3i4igyjlvK92HaYyz1DD48rgTGeIfbkm0wTrQSA41TnzCGP7SQ+Vce93RaCToMsR+xSK4zZiqyT0znnL3l54od0eXwRGtyeUGNr5SETgIqDqFStWuZNi2EubN/Uor0bP+1TxlDYpuCtRpBys62oCWC9a62UPAppG18afi19ufzULYSdjxh2Yb9zbZF53Ticdqm1q2snG7a1nWdNhq7j2pZAFmRBtmRUg10xvj2rFamQ7b94a2aV43S2mlQDsgY64wz/6G2Aevq2oPDmkxVmbY5r/bOnGSc2zR1M48L0lvnz+//3c42NTW2cqpDQDC6LJE+qjYLviJiR3zfS9Dv8zSgoztMnD8cxTD2fMlzoJnHlxqTJ/8Sj+X8HjKNi/U9xn1xnV+HmE24m2AjnSkob0bMbT2Wz18RKzWNvAMAAA==&quot;"/>
    <we:property name="isFiltersActionButtonVisible" value="false"/>
    <we:property name="isFooterCollapsed" value="true"/>
    <we:property name="isTitleSuggestionsDialogDismissed" value="true"/>
    <we:property name="isVisualContainerHeaderHidden" value="false"/>
    <we:property name="pageDisplayName" value="&quot;Page_intro&quot;"/>
    <we:property name="pageName" value="&quot;8d3210910a28d30325c7&quot;"/>
    <we:property name="pptInsertionSessionID" value="&quot;BB3383B7-593C-4112-8C53-DFF86E64DCD2&quot;"/>
    <we:property name="reportEmbeddedTime" value="&quot;2026-03-18T15:08:41.383Z&quot;"/>
    <we:property name="reportName" value="&quot;Projet_crise_logement_BI&quot;"/>
    <we:property name="reportState" value="&quot;CONNECTED&quot;"/>
    <we:property name="reportUrl" value="&quot;/groups/me/reports/654655a3-4ecb-4ecb-989b-b00ac9f8510f/8d3210910a28d30325c7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05DC7FC-C973-4B19-89F3-C0C5B22B68D8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52ST2vEIBDFv0rxvBQ1/kuvvZaysKWX0sOo42JxTUjcsu2y372aFHpoobCXRJ/P3xuHORMf5zHBxyMckNyRXdxnLDeMbEhelc4pzblknvaOBWalML6eDmOJQ57J3ZkUmPZYnuN8hNQwVXx53RBIaQv7tguQZtyQEad5yJDiJ67melSmI142BE9jGiZoyF2Bgg37Xu11X0tgt11NBFfiO+7QlVV1XlNFg9HYW0s59ZTKaptXw1LZn5aGXuLvh1wg5hrTNMUVstBT6LwH6ATrwDZ9jnmfvgv+ufv0MbbmxEN9YeuGfauxjXO51Oco1zvfoQCnXWCCCi/kv6yCp2KH02+aht5Io2TtfW9NkJ1Fdz3NCKNc4CZYpIL3jlqlrqdZY4LmgYHgmgJ13lp9bdc8VcZzroyWjmlpNRi4trIF+KOQA9YZbYvhWOYRHG4h1/3LmYzTUAezRFx8dRAhe/Tf66n9H2LBaY1+hnRsqctEkyXmtX2+AJ5DrqRHAwAA&quot;"/>
    <we:property name="creatorSessionId" value="&quot;70308a8c-39fd-4433-ab9c-082bedecb1ba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51STUvEMBD9K5LzIulXknpT8eQnrngRkUkyWSLZtLRZWV32vztpBQ8KC3tpMq9v3nsZZsesH/sAn3ewRnbGln4VMZ0UbMHijFzc31/fnj9ev92d314R3PXJd3FkZzuWYFhhevbjBkLuJ/DldcEghAdY5cpBGHHBehzGLkLwXziT6VcaNrhfMNz2oRsgSy4TJMyyH0SnmryL04ocwST/gUs0aUaNlVxwpyS2WvOSW84boo0zYUr2LyVLT/aXXUzgI9lkTJQCC9dyqKwFqOqiAp3x0cdV+An82/v02eep+DW9ME9Dv5Nt1tnv6TnCtMZWWIORxhU1r23dHNRKuE262/5Vk9CqRomm0E2rlWsqjeZ4NVUrYVypnEZel63hWojj1bRSTpaugLqUHLixWstjp2a5ULYshZKNKWSjJSg4Ntkk+IuwNdKO5ku3SWMPBh8gUv2yY/3Q0WImjxOPFhGiRftzH/J54xMOs/UzhE12nTaaTSaUxuuABxrynrMp1mv+fAO54hfkcAMAAA==&quot;"/>
    <we:property name="isFiltersActionButtonVisible" value="false"/>
    <we:property name="isFooterCollapsed" value="true"/>
    <we:property name="isVisualContainerHeaderHidden" value="false"/>
    <we:property name="pageDisplayName" value="&quot;Qui nous somme&quot;"/>
    <we:property name="pageName" value="&quot;cd7060f87e9bb020d005&quot;"/>
    <we:property name="pptInsertionSessionID" value="&quot;BB3383B7-593C-4112-8C53-DFF86E64DCD2&quot;"/>
    <we:property name="reportEmbeddedTime" value="&quot;2026-03-18T15:09:25.916Z&quot;"/>
    <we:property name="reportName" value="&quot;Projet_crise_logement_BI&quot;"/>
    <we:property name="reportState" value="&quot;CONNECTED&quot;"/>
    <we:property name="reportUrl" value="&quot;/groups/me/reports/654655a3-4ecb-4ecb-989b-b00ac9f8510f/cd7060f87e9bb020d005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37AF8EA-560B-4D74-86FC-0E45C5838E45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+VWTWvcMBD9K0XnpUj+kOzckk1yKiV0Sy5lCWNp1qvg2EaW092G/e8d2Q5pNktDllJSerL1Zjwfb54HPTBju7aC7We4Q3bCFras0X8QbMbqEcnRoEglYGx4oQuZyTRYm9bbpu7YyQPz4Er017broQphCPy2nDGoqisow2kFVYcz1qLrmhoq+wNHZzJ51+NuxnDTVo2DEHLhwWMIe0/udKYSxMeYMoL29h4XqP2IFqmM8jxNMONSJUZBmkXk1o0OQ2UHXULoIf28qT3YmtIEjPM0VyuuI21iLuMoLyQEvLN1WU0FP337ddsGcro10JPYKG4pbYiz21E7wvA04znEGjUKyTmPi/DtylZ+SldsLzatI6aIvzHWqbmHWqNhAx0Ou7H7B3Zalg5L8NPx4plx3lT93QF80fRO4xdcDabaW7+lHNRyR/zeLM4vby5dSMdCvVeuoeFMHiFeNMCXfT2RnYTjuvk+d0jTMeyE75aE/JYbDc48p4YOzqA72w5tn1v3OMtotlf9+2iZeiQo4VmCWhg0MlOQy0jF4lVheNz4otm8lEYaApgChDQyTpVRec6Pj6YTnchcafozjVC5KkSavSq0OY2wbJzVlGlfa2/j9hw87LM5GV8KZvZXlX6wNOvX6PbmzI+RdtV3xC+aM3DzNTj/DnT+loZ3y8d1Ss63vyzMSRpj4X9QC8tRrZBnSiMHkQiVyBT5qNYjtV9IWrIp7e1UK5GbWCr1Ty1Z8f8t2QMtD9oI6FMP7A7pRhFemt53LWi8ghqHftoxosXBj0YItQlUDe8uPD9Zmv7I1DVUfSBpuH+wIc2Q7Cel9uxH9QgAAA==&quot;"/>
    <we:property name="creatorSessionId" value="&quot;7aa73e51-9460-4b9e-b8ae-8656faaa8cb0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VW207cMBD9lcrPq8q5OuFtWeCFchFb8VKt0MSezRqFJHIculu0/96xE0RZVkWgqqLqUzLH47mcORr5gSndtRVszuEO2QGb67JG+ylgE1YPyOHFxenZ9Or05nx6dkxw01rd1B07eGAWTIn2Wnc9VO4+gd8WEwZVdQmls5ZQdThhLZquqaHSP3BwpiNretxOGK7bqjHgQs4tWHRh78mdbModfI4oI0ir73GO0g5okaRhnicxZjwVsRKQZCG5dYODr2yviwvt08+a2oKuKY3DOE9yseQylCriaRTmRQoO73RdVmPBT3e/blrHSrcC+hIbxS2ldXG2W2onUDzJeA6RRIlByjmPCnd3qSs7pis2x+vWEFPE3xBrqu6hlqiYp8NgN3T/wKZlabAEO5rHzw5nTdXf7cHnTW8kXuHSH9VW2w3loJY74vdmfnRyc2JcOubqvTQNDWf0cPFCD5/09Uh27MxV831mkKaj2AHfLgj5LTcSjHpODRlGoTnc+LaPtHmcZTjZqf5jtEw9EhTzLEYZKFRpJiBPQxEFrwrD4toWzfqlNBIXQBUQpCqNEqFEnvP3R5OxjNNcSF5IFYhcFEGSvSq0GY2wbIyWlGlXa2/j9ggs7LI5Hr4UzOSvKn1vadqu0OzMmb9H2lXfEb+oDsHMVmDsB9D5WxreLh7XKTnf/rIwR2kMhf9BLSwGtUKeCYkcgjgQcZogH9T6Tu0XKS3ZhPZ2IkWQqygV4p9assH/t2T3tOy14dCnHtgd0ovC/TS97VqQeAk1+n7aIaJG70cjhFo5qvy/cd8vmqY/MHUNVe9I8u8P5pMQebqo8JUL7lXCfFm+uJ9oAJsoHgkAAA==&quot;"/>
    <we:property name="isFiltersActionButtonVisible" value="false"/>
    <we:property name="isFooterCollapsed" value="true"/>
    <we:property name="isVisualContainerHeaderHidden" value="false"/>
    <we:property name="pageDisplayName" value="&quot;ConstatFrance&quot;"/>
    <we:property name="pageName" value="&quot;b5629954e80674d7a582&quot;"/>
    <we:property name="pptInsertionSessionID" value="&quot;BB3383B7-593C-4112-8C53-DFF86E64DCD2&quot;"/>
    <we:property name="reportEmbeddedTime" value="&quot;2026-03-18T15:09:41.444Z&quot;"/>
    <we:property name="reportName" value="&quot;Projet_crise_logement_BI&quot;"/>
    <we:property name="reportState" value="&quot;CONNECTED&quot;"/>
    <we:property name="reportUrl" value="&quot;/groups/me/reports/654655a3-4ecb-4ecb-989b-b00ac9f8510f/b5629954e80674d7a582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AA1FA08B-01E8-4C8F-846D-91F42DD86DDE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+1XW0/bMBT+K5Ofq8m5OS1vpRQJrQxEEXuYEDqxT4NRmkSOwyhV//uOnXbjNkBoA6YtD5Htc/L5Oxd/cpZM6aYuYPEZ5si22FTnJdoPAeuxsltJwoGMuYzCUIq+UEE8CPpkrWqrq7JhW0tmweRoT3TTQuFgaPHraY9BURxC7mYzKBrssRpNU5VQ6GvsnMlkTYurHsOruqgMOMipBYsO9pLcaU4Ugo8R7QjS6kucorTdakZk+jMQUnKpUEZBKJxb0zl4Zg+60PpMF5bQvctifFUbYrzcBJxBEiYQCAxjzuMs5v2BS4dd1M46VJdQSlTMkzbYdByXbFQV7dyPxrfWp1VrJB7hzJtKq+2CYI6wBkNjFzCUzTAzujnbH0/YirJxaCrKlfdryHgG3hryUHjzefVtZJCypNhWsDqllUufzlFVWtDlOjAeEf9+LDKR8EygShQfPB17jEkKKs6yeKDEgCd8kD0Ye4fiQE42ZQp7bNdUcw+37iZDnk+H3GPHHp+vqGu+nKNBj0HhKG1/ZHdOX+vm7uyTLikLUY9NcGafXYZu4gk+I99HOj/32BNNMUPho4aidQAp565m9Jyu3ktH9JZv1Kyjg53x2eHB9Hg4uUeLP4fWMM8N5rAp+viN0rnblmuR4ffDcHVudJkXaxHzUuVHXRczuG4N7kPtRDK7IDVyZ2210S/a+uKGQo0INq/MYt3xf74qpytnjmRAxxvT1L0SrujQJw780cD0nOT8dlQOS8SpCOI4TdMMRKTCkAv+pNBISPmAizRMQxBcZlGmxH+h+WuFZt3GWhLp12E32ds+2ZtMxv+w0GRgRue0912hqYxCs91Jyo42mwsTHZvxu0+CO5lvJZQ3WqpTSZRC8T7dgSIVJBhhBOEj18enem4foWkN/m7WU1lRicGoD51UvKCR3Ndr0wtb6dVi85VxXj9psjnS/4cbVK1tapB4CGWn7HUHpdH7UTmgVC4nfmx+obT+b2UjtfR8ByFoneQjDQAA&quot;"/>
    <we:property name="creatorSessionId" value="&quot;a367cf71-6aef-4bbc-ad35-bb762969570d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XW0/bMBT+K5Ofq8m5OS1vpRQJ0QKiiD1MCJ3Ep6lRmkSOwyhV//uOnXbjNorQBkxbHiL7nOPP5+ZP9pJJVVc5LI5gjmyHTVRWoPnksQ4rWsnu8fHhuH96eHnUHw9JXFZGlUXNdpbMgM7QnKu6gdyuJ+HXiw6DPD+BzM6mkNfYYRXquiwgV7fYGpPK6AZXHYY3VV5qsJATAwYt7DWZ05z29j4HtCOkRl3jBFPTShMhve4URJryVGIaeL6wZnVr4Dx70oTkU5UbQncmi+FNpcnj5SbSBCI/Ak+gH3IeJiHv9mwezKKy2r68hiJFyZzTGuvWxyUblHkzd6PhPfmkbHSKpzh1qsIosyCYU6xA09gGDEXdT7SqL8fDEVtRNk50SblydjUpL8Fpfe4Lp56V3wYaKUuS7XirC5Jcu3QOysKAKtaB8YD874YiERFPBMpI8t722EOMYpBhkoQ9KXo84r3kydhbFAtyvimT32H7upw7uHUbabLcHnKHnTl8vqKu+TJDjQ6DwpHK/MjunFar+uHsUBWUhaDDRjg1Ly5DO3EOviDfpyqbOeyRopghd1FD3liAmHNbM/ouVh+lIzrLd2rWwfHe8PLkeHLWHz1yi7/ErX6WacxgU/ThO6VzvynWJMMfh2HrXKsiy9ck5qjKjdouZnDbaBxDZUkyuSI2smdtteEv2vrqDkMNCDYr9WLd8X++Khcrqw5Sj443xrH9RVzSoY8s+LOBqTnR+f2oLJYIY+GFYRzHCYhA+j4XfCvRpBDzHhexH/sgeJoEiRT/ieavJZp1G6uUnH4b70YHu+cHo9HwHyaaBPRgRns/JJpSS9S7LaXsKb25MNGxGX74JNiT+V5EeaelWpbEVEjepTtQIL0IAwzAf+b6uK3nxgh1o/F3ez1JSyoxaPmppYpXNJJdvVa9spXeLDZXGWv10002R3p/2EHZmLqCFE+gaJm9aqEUOjsqBxTS5sSN9S+Y1r1WmNuEsqSSHLcssG+YDTXT9x368oUlTA0AAA==&quot;"/>
    <we:property name="isFiltersActionButtonVisible" value="false"/>
    <we:property name="isFooterCollapsed" value="true"/>
    <we:property name="isVisualContainerHeaderHidden" value="false"/>
    <we:property name="pageDisplayName" value="&quot;ConstatSDF&quot;"/>
    <we:property name="pageName" value="&quot;b6d18fa6cc0cdec31263&quot;"/>
    <we:property name="pptInsertionSessionID" value="&quot;BB3383B7-593C-4112-8C53-DFF86E64DCD2&quot;"/>
    <we:property name="reportEmbeddedTime" value="&quot;2026-03-18T15:19:26.027Z&quot;"/>
    <we:property name="reportName" value="&quot;Projet_crise_logement_BI&quot;"/>
    <we:property name="reportState" value="&quot;CONNECTED&quot;"/>
    <we:property name="reportUrl" value="&quot;/groups/me/reports/654655a3-4ecb-4ecb-989b-b00ac9f8510f/b6d18fa6cc0cdec31263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D8EF2D43-E784-4036-BD98-090323CCA959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9VYX2/bNhD/KoaevUHUf+Utcd1hmLsG9ZA9FIFwIk8yC1kSKMqzZ/gD7XPsi+1I2UmTJk3aua2TF4XH0+nud/fjHb11hOzaCja/wxKdM2cuyxr1iDljpx4kcQqB68Wc8yAvCh6HQRDQbtNq2dSdc7Z1NKgS9ZXseqiMGRK+vx47UFWXUJpVAVWHY6dF1TU1VPJvHJRpS6sed2MH123VKDAm5xo0GrMrUqc1ucB+9umLwLVc4Ry5HqRuKJIi8ARnPBKRm6PHkNS6QcF69qCKMW0/P2lqDbKmz1jdwoMAI8FcHsc8gpS7zMgLWem9Sr6ZrltF0W0P4HhhzsIoSZMgYa4HzHd5Qj7oTWt2z8UKao7CsQEq7IZ4ts65knqxRC25Wc2w0Ob5BqHrlXVwekd93vSK4zss7Fatpd6Q9VlT4hJr3V0BB3pkb6azbGqAlBryytkRrpeqIdStemuNUMQlZgKzav92trJvZ15gpG3Vd+YpsF9nQCAaI+9kubAOzjlZE9MVVJ/6eKrOW59NQZrFW7IHuqEU+ma5aP6aKKRyE84Z2423T+btVIP8OBB3d02STtZltafZbcX/McTHQYn9FhE5/0CMMfVNrzVKoLrY2BJ/JdWBa974RWR7Z5PMQo8FRZH4XhxCxBlw13+cyCee8mOm15jyOI9YmLKU5ZGXu5jwNPh6cM7LUmEJer+8C9CkqfrlA/LjANdmutFQHSB63df7WnV/CCFOFImBESFPIaHGxuI4wVzEPImjJ1sboh/7UR4leQoxuhFPXXywtQ1WjJGrQ8cmeF6rZmnN7QcLg+yzQxw7Q2IodWPnzwUa/r03ONZC6htQly0o2d1f/SZrc5yPb9rq/0/NsLBBfAr+Xareq8Ob1jmThNFQeVdQ9cZYmLozc2jtbH2eELE+G9FjPXNCorJRklsO4fdzePbrxS/Tt5kXPnBUPqOlnwLStpV51MOOdJqROao2FBegJgtQ+kUeas/CxpwPw72AXv7w0eS/L8fN/tz4TvV3bXsshDx0wRc5pEES537CfP5kjz0efw5DRJd1DZdA05EJgFcI9X3fTcGMBI44oUY3MQvf6KfRTOZYVf/+88MZdeRQbksn/Apaiabu9anw6Vsi8y1IdVR/B5rlQggEjP2QBZGfiyAkDp7CKPsFsZq5/6B+LxHspc+xR4NhGGKLhLkCeOq5MRPochGG9lr3WUA0rnXerO/fg2z93EqcJarSXvGaXnctcLyEehg528FJiVaPSgZqYZJh/1ePTHb2967DaEd//wE/Vsw4ZRMAAA==&quot;"/>
    <we:property name="creatorSessionId" value="&quot;9d613569-b8d1-4954-b697-c2dea48155ac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9VYX2/jNgz/KoGfs8Gy4399S7PcMDS9Fs3QPRwKg5YYRwfHNmQ5SxbkA+1z7IuNkpP2mmuv3S13l/bFFU1R5I/8iXQ2jpBNXcD6PSzQOXOmMi9R95jTd8pOcn51dXE5vLlI3w8vxySuai2rsnHONo4GlaO+lU0LhdlPwg93fQeK4hpys5pB0WDfqVE1VQmF/As7ZXqlVYvbvoOruqgUGJNTDRqN2SWp05rOZj/7dCJwLZc4Ra47qRuIeDbwBGc8FKGboceQ1JpOwXr2pIoxbY8fVaUGWdIxVnfmwQBDwVweRTyEhLvMyGey0DuVbD1e1Yqi2+xR8YKMBWGcxIOYuR4w3+Ux+aDXtXk7FEsoOQrHBqiw6eLZOEMl9XyBWnKzmuBMm+clQtMq6+D4kfq0ahXHG5zZV6WWek3WJ1WOCyx1cwsc6JFejifp2AApNWSFsyVcr1VFqFv12hqhiHNMBabFbne6tLtTb2CkddE25imwXaVAIBojNzKfWwennKyJ8RKKz308Veetz6YgzeKK7IGuKIW+Wc6rP0cKqdyEc8a2/c2LeTvVID8NxN3ekaSRZV7saPZQ8b938XFQYveKiJx9JMaY+qZtlRKozte2xH+Ras81r/8msr21SWaBxwazWex7UQAhZ8Bd/3kin3jKj5leY8rjPGRBwhKWhV7mYsyTwdeDM8xzhTno3fIxQKOqaBdPyI8DXJ3qSkOxh+hdW+5q1f0hhDhRJDpGBDyBmBobi6IYMxHxOApfbG2IfuSHWRhnCUTohjxx8cnW1lkxRm73HZvgeaeqhTW3mygMsq8Ose90iaHU9Z0/5mj498HgWAqp70Fd1KBkc7i6kKW5zvv3bfX/p6Zb2CA+B/8xVQ/q8L51TiRh1FXeLRStMRYk7sRcWltbnydErC9G9FzPHJEor5TklkP4/Rye/Hb+6/gq9YInrspXtPRTQNq2Mo962JFuMzJH1YbiHNRoDkq/yUvtVdiY+6H7LqDNHz+Z/HfluN7dG9+p/u5sj4WABy74IoNkEEeZHzOfv9hjj8ef/RDRpE3FJdB0ZALgBUJ56LspmJ7AHifU6EvMwtf7qTeRGRbFP3//cEYdOZSH0gm+glaiKlt9Knz6lsh8C1Id1d+OZpkQAgEjP2CD0M/EICAOnsIo+x9iNXP/Xv0gEeytz7FHg6EbYmcxcwXwxHMjJtDlIgjsZ90XAdG40lm1OvwOsvXzIHEWqHL7iVe1uqmB4zWU3chZd05KtHpUMlAKkwz7v3pmsrO/dzn2EPJGZgW+sMH8CrYfBenvX7QsWBuOEwAA&quot;"/>
    <we:property name="isFiltersActionButtonVisible" value="false"/>
    <we:property name="isFooterCollapsed" value="true"/>
    <we:property name="isVisualContainerHeaderHidden" value="false"/>
    <we:property name="pageDisplayName" value="&quot;Caracteristique_logement_mel&quot;"/>
    <we:property name="pageName" value="&quot;05d8f42dc1c6d60be21e&quot;"/>
    <we:property name="pptInsertionSessionID" value="&quot;BB3383B7-593C-4112-8C53-DFF86E64DCD2&quot;"/>
    <we:property name="reportEmbeddedTime" value="&quot;2026-03-18T15:10:23.915Z&quot;"/>
    <we:property name="reportName" value="&quot;Projet_crise_logement_BI&quot;"/>
    <we:property name="reportState" value="&quot;CONNECTED&quot;"/>
    <we:property name="reportUrl" value="&quot;/groups/me/reports/654655a3-4ecb-4ecb-989b-b00ac9f8510f/05d8f42dc1c6d60be21e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6DB96B9D-CD60-49FE-A50B-EFF26D6D3F33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+VY227bOBD9FUMvfTEW1MW65C1xHGwBpw3WhfdhEQS8jBwWsiRQVNZu4A/qd/THdkjKudiOnWa3hRcN8iDOjGbOjM4MSd97QjZ1QZcf6By8E28iZyXonu/1vdJJgowNeJSxcBAOBiKPeE44aqtay6psvJN7T1M1Az2VTUsL4waFf133PVoUV3RmVjktGuh7NaimKmkhv4AzRpVWLaz6HizqolLUuJxoqsG4vUNzXCME/7cQI1Ku5R1MgGsnjQSJ8jgkhDAe+wHxSRyhWeMMLLKdJsa1DT+sSk1liWGMjCRJHEZpnBKRJSACSlLfyBtZzooO8OO7n5a1KY6GhWbVwtSDfcbAxtNqhQkFJAkClqdhnKU8SghkzHrLZaG7gGw5WtQKa4UVdN6GmPmsUpJjJFsTBY0rwb03rIp2bp9Gz+STqlUc/oDcqkot9RI95bKkJYfmJiBB5BlAV6rC+lvl+P3ZzfDj5c3Vx8mn07HV3lZ/DxVgeOGdkBV+PLZ0GSK4jgdhQtIwERRikWWQBkxEgCg76KMFL1phBC5Dg2a6/oBB37tQ1dx663iWo+ULaPueC21x/HkLysHAryWk7rL+UOntUrzfKE/TvfeKwrmFxXWoWAhqSovWshzdjyVm65hhxfhK2RaFMbxemb/rjfJGVrKXVU0hOZbwKam8OWCTmQdBNbWJ1Q6kBKevhFWD5dROXO/OaCP5O6+DtVq3FGb7+UnTPGT3Y0l37fokiCJfJBwbdIAdF/tExAf75FTcmUBiq0lOZzMFM7pmyehfdND59OLmcjTeTKNWcnEzD6z4oi27WeRv91D/GNBOWpVTDj0FUBTQYxjrf4IcSQit6uVVyaWZAAdRH2wqTpXoVM+mNS6UAHW2tAw7l2q9weDUGh0Lu1y7DoKc0TyKozRjAWeCEh6+3Czd3M4GfpAkg4hzHjHc0/xYJI9z+7/bcl5IaVjN520JW7uM/4RnPxzE4R3vEHvol1bBJa03ubNzgnb5LN8wQ1+bgJuejCRpxBgPgjQJ/SjJIkp+4injBbCmZL2iMv6PdLpsIHxstcEbqFFLGN5SpY93rOxL15xnfhKJn8FwBOYUgIepCMnA94GTOMj2TLRDxPkdtwqq+O1yDHdQbKN90G+r1jCnVEl3DelOhN+fcXfCffDkPSvCOZa1N2+1Uxn7J6jw+dtXu5DQE/iPxo016jLyTsvy29ftaUqOapoeRY/vP0GQNzS6koxV5ff0ur/Z678SQ183WX6lirgL4Wr3va5qdVPjYf2KlrDjfoftQ0thmLr3jmd/anm44a1W/wBS8Jv44BEAAA==&quot;"/>
    <we:property name="creatorSessionId" value="&quot;432ce03c-4e82-49aa-a853-a2087fb3c295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VYzW7bOBB+FUOXXowFJcuSnJvjONiizg/qwntYBAZFjhwWtCRQVNZu4Afqc/TFOiTl/NiOnWa3hRcNchBnRjPfjL4Zkr73uKhKSZeXdA7eiTcWsxx0y/faXu4kp1dXHy76Hz9ML/sXQxQXpRZFXnkn956magZ6IqqaSvM+Cv++aXtUyms6M6uMygraXgmqKnIqxRdwxqjSqoZV24NFKQtFjcuxphqM2zs0xzXG9v/oYETKtLiDMTDtpCEnYRZ1CCEpi/yA+CQK0axyBhbZThPj2oYfFLmmIscwRkbiOOqESZQQ3ouBB5QkvpFXIp/JBvDju5+WpamKhoVOi4WpR/oZAxtPqxUmFJA4CNIs6US9hIUxgV5qvWVC6iZguhwuSoW1wgo6bwPMfFYowTCSrYmCypXg3hsUsp7bp+Ez+bioFYOPkFlVroVeoqdM5DRnUE0DEoSeAXStCqy/VY7en04HVxfT66vxp/7Iam+LfwYKMDz3TsgKP166dBkiuIYAnZgknZhTiHivB0mQ8hAQZQN9uGCy5kbgMjRoJusPGLS9c1XMrbeGYBlavoC27bnQFsdft6AcDPxaXOgm68tCb5fi/UZ5qua9VxTOLSyuQ8VCUBMqa8tydD8SmK1jhhXjK3ktpTG8WZm/m43yhlayl1WVFAxL+JRU3hywycwDp5raxEoHUoDTF9yqwXJqJ653p7QS7J3XwFqtWwqz/fykaR6y+7mku3F9EoShz2OGDdrFjot8wqODfdLndyYQ32qS/mymYEbXLBn+iw46m5xPL4ajzTRKJRbTeWDF53XezCJ/u4fax4B2XKuMMmgpACmhlWKs/wlyJCHUqpUVORNmAhxEfbCpGFW8UT2b1rhQHNTp0jLsTKj1BoNTa3gs7HLt2g2ylGZhFCa9NGApp4R1Xm6WZm73un4Qx92QMRamuKf5EY8f5/Z/t+W8kNKgmM/rHLZ2Gf8Jz346iMM73iH20C+1ggtabnJn5wRt8lm+YYa+NgE3PVMSJ2GasiBI4o4fxr2Qkl94yngBrClZSxbG/5FOlw2Ej63WfQM1SgGDW6r08Y6Vfema88wvIvEzGI7AjAKwTsI7pOv7wEgU9PZMtEPE+RO3CqrY7XIEdyC30T7ot1VrmBOqhLuGNCfCH8+4OeE+ePKeFeEMy9qa19qpjP0TVPj87atdCGhx/Efjyho1GXn9PP/2dXuakqOapkfR4/tPEOQNja5Emhb5j/S6v9nrvxNDXzdZfqeKuAvhave9rqh1VeJh/ZrmsON+h+1Dc26YuveOZ39q8WwQ5K5I5aFLofkB5uFGuFp9B9bNDSUJEgAA&quot;"/>
    <we:property name="isFiltersActionButtonVisible" value="false"/>
    <we:property name="isFooterCollapsed" value="true"/>
    <we:property name="isVisualContainerHeaderHidden" value="false"/>
    <we:property name="pageDisplayName" value="&quot;Evolution du prix de l'immobilier dans la mel &quot;"/>
    <we:property name="pageName" value="&quot;4d04f63000bc61201064&quot;"/>
    <we:property name="pptInsertionSessionID" value="&quot;BB3383B7-593C-4112-8C53-DFF86E64DCD2&quot;"/>
    <we:property name="reportEmbeddedTime" value="&quot;2026-03-18T15:10:43.870Z&quot;"/>
    <we:property name="reportName" value="&quot;Projet_crise_logement_BI&quot;"/>
    <we:property name="reportState" value="&quot;CONNECTED&quot;"/>
    <we:property name="reportUrl" value="&quot;/groups/me/reports/654655a3-4ecb-4ecb-989b-b00ac9f8510f/4d04f63000bc61201064&quot;"/>
  </we:properties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F40DC8E1-2E54-44A5-A37D-5ACCDC2DF15B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+VX32/bNhD+Vwa+9MUYKMnWj7wlrgMUSFpjLtKHITBO5MllQZMCRWV2A//vO1JK1ibeUgzoEGN+ku5Ox+8+fkee75lUXath/x62yM7YSm0M+l8SNmFmsFSlgATFjKe8rqUUVZZW5LWtV9Z07OyeeXAb9Deq60GHNGT8/XbCQOslbMJbA7rDCWvRddaAVl9xCCaXdz0eJgx3rbYOQsqVB48h7R2F0ztBSH7NaEUQXt3hCoUfrKKZNhx4VsyyGU/qbDaVJYV1Q0BEdjQkpI7Lz63xoAwtE2zTkssEkxQFQFHWclqnRbA3SvsxpN4vdq2j6qjmfRvImRPWjXVKgGaxCofdAPqeza3ut/Fp8Z19ZXsn8Ddsost45feUqVEGjMBunfJ0yg7EydJZYiw6r95drOcfrtfLD6uP51fR+9n+MXdIy0t2xg9Ed73/GDERuHHnsoKXWSEBc1lVWKZUExLKEfpiJ3Qvg2GoMKC5eaA8nbBLZ7cx26iMhiL/Bu2EDUtHHJ8+oxtgEL9S+bHq99Y/p+LdE3q68bsfIG54ibheIotA3YDuoy4p/ZWiamm/Qr3BTJ+YXusQeHsIv9sn9E6jpVNmo0fh/qWhoXDWaSWIQmqL+gvpL6pli9QW4UGCh1hYO4BUOPitjG6MmjqK680FdEq8YSOsw0MTULVfvpH5Y3U/V3SBnQkr8qrOy1mV5KIuqbVEmfEX++Rc3oWF5LMmOd9sHG7gQSWLn9VBDgV6T85GddSsxFYIuOzNeJrw5z01eYXojTWnWkE4znGLxnfr68XVSYGnzzXhP03wj9r5IeAvnnQCnBxd35529Jl1Et3FPrb9W+Ue7mm6ShavteWHM7UESGQeRoRK5JzTCAB5WOYfefC487XdfU9CyCZ5kYFM85wXRT2tqpTn8mTmiFekW79bXy4vnuxZ9i8UC197h9fQPtXr0at03Ij9f3SZNoVsaDjjnBd1gmkKWMLrv0xX85M6AVdvTwpuZzUNhv+nk/qYng7DLH58ora971oQuASDRyZr2jcwEuUL03X8W/o4Wx8OfwLIWYx0DA8AAA==&quot;"/>
    <we:property name="creatorSessionId" value="&quot;dc44ada6-f370-46da-bf23-e016082178e2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VXUW/TMBD+K8gvvFTITbok3VtbOgmxbhWdxgOaqkt8KUauHTnOaJn63zk72YCtUIQEWkWekrvz3Xef7+zLHROyrhRsL2CN7JQt5Eqje9FnPaZbyfjy8u1s9O7t8mI0m5LYVE4aXbPTO+bArtBdy7oB5deT8MNNj4FSc1j5rxJUjT1Woa2NBiW/YGtMKmcb3PUYbiplLHiXCwcOvdtbMqdvit1/FVNEKJy8xQUWrpUW5aDkwOP0JD7h/Tw+GYiMzOrWICDba+Jdh/ATox1ITWG8bJBx0cd+hAVAmuVikEepl5dSuc4k3043laXsKOdt5VmZENaVsbIAxUIWFusW9B2bGNWsw9v0B/nCNLbAd1gGlXbSbclTKTXoAutlxKMB2xEnc2uIsaA8fzNeTi5ny/nl4mp0HrQfzeeJRQov2CnfEd359ipgInDdlsUpz+JUACZiOMQsopyQUHbQp5tCNcIL2gw9mut7yqMeO7NmHbx1JVGS5U/Q9lgbOuB4/xFtC4P4FdJ1WV8Y95SKN4/oqbt1v0Fc+xFwHSKLQF2DakJdkvtzSdnSfvl8vZiW6EYpb3iz88/NI3oHQVJLvVJd4X6roTZxVitZEIXUFvknqr9QLWuktvAvAhyExKoWpMRWb0RQY6ipvbhejqGWxUvWwdrdNwFl++m7Mn/I7u8WnWenx9JkmCfZybCfFHlGrVVkMT/YJyNx6wOJJ00yWq0sruC+SqZ/q4MsFugcKUtZU7MSW97grNHdacKf9lTvGaLXRh9rBv44xzVqVy9n0/OjAk/LFeE/TvAPtfNbwA+edAVY0am+P+1ombEC7Xgb2v61tPf3NF0l0+fa8u2ZmgH0ReJHhGGRcE4jACQ+zC95cLhxudn8SIL3Jngag4iShKdpPhgOI56Io5kjnlHdus3ybD5+tGfxH1QsfGkszqB6XK97r9JuI7b/6DItU1HScMY5T/M+RhFgBs//Ml1MjuoEXLw+Kri1UTQY/k8n9b562rWz+P6J2jSurqDAOWjcM1nTvoEWKA5M1+G3lIUgRJzM1aFx3P+sPsziu91XrLW2mjUPAAA=&quot;"/>
    <we:property name="isFiltersActionButtonVisible" value="false"/>
    <we:property name="isFooterCollapsed" value="true"/>
    <we:property name="isVisualContainerHeaderHidden" value="false"/>
    <we:property name="pageDisplayName" value="&quot;Puissance fiscale communale&quot;"/>
    <we:property name="pageName" value="&quot;cf4f0a03753501b354d8&quot;"/>
    <we:property name="pptInsertionSessionID" value="&quot;BB3383B7-593C-4112-8C53-DFF86E64DCD2&quot;"/>
    <we:property name="reportEmbeddedTime" value="&quot;2026-03-18T15:12:15.629Z&quot;"/>
    <we:property name="reportName" value="&quot;Projet_crise_logement_BI&quot;"/>
    <we:property name="reportState" value="&quot;CONNECTED&quot;"/>
    <we:property name="reportUrl" value="&quot;/groups/me/reports/654655a3-4ecb-4ecb-989b-b00ac9f8510f/cf4f0a03753501b354d8&quot;"/>
  </we:properties>
  <we:bindings/>
  <we:snapshot xmlns:r="http://schemas.openxmlformats.org/officeDocument/2006/relationships"/>
</we:webextension>
</file>

<file path=ppt/webextensions/webextension8.xml><?xml version="1.0" encoding="utf-8"?>
<we:webextension xmlns:we="http://schemas.microsoft.com/office/webextensions/webextension/2010/11" id="{E2A59BDA-7469-4881-8A70-5F59A262ACAF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9Va2W7iSBT9lZFf+sVqlRe85I3QRIqG7o6aqOehFVm1XJNqmTKyywyZKP8+12UIS5MAWTDhIcK1nnt8z11Q7i0hy0lG777RMVhn1lCOFOi/HMu2VDPSYY4gQBgXkSccx/dFnOJsPtEyV6V1dm9pWoxA/5RlRbP6GBz8dWNbNMuu6Kh+SmlWgm1NoChzRTP5HzSLcUoXFTzYFswmWV7Q+sihphrqY6e4HJ8RgvPZwxsp13IKQ+C6GWVOGIswdT2X+zSMSUg6DJeVzQKDbOuS+mhzfS9XmkqF19RjruN1vDTmMWPACCdBCF49nspMz5ewu/5sUqB1aPPdpCanK6ZUcRCWMaGAskF8b/XyrBqbb/218WFeFRx+QGqmlJb6Do+5niWpLDnNEpVXU+sBGbkqcuTLzOrFrJm4zf/tFYAcCeuMPNzgSCnVKJtTurTuukFYZpJDUb8w9huZMXaMAV9Y/WUEaH29CS2aNBdKKJdWr3/7uXghrm1dFPnYbJv7jcYbnjLHthosiNa2/rmFAsxOpF9I/cjXeEILWW4+/S1VbadtDSDVexPbPBhYz3L5Q45uzakDqRsi0EqaVfVW9zNZ//hfcA9+bswf2xJU0y3MqQrplRzduDBHg3GZQ66wrXEuYMfeT0Pz1j89YloIBI39vSIBs76cE/4+PnljMLsOi1KWxix2qENoHJI43qmfHvrxKEe68KDXSSiVqlZimbjE9TfRDi7Pk973r8nV9+F1d7BNRjaCa7wUwc0jnxeSyAsFhUDEMUQuEz4gyjn0/oxnlagH9lNIuqqQdbT7CORbrv+k4nKDngPe86NE0p1kIahHL/q11RlVlRlHuJk74zq9/iuj1BNC20ck57SU/P00cpjTNTrpeIySgLvAhPAc3/Njh7w8z3wFWlYF7AsYkzOuLjehZvloDEonU8qp0mhMuEUjdmtoopNCE58SGo+cFBrnJSVKWikF2Zr4cUteCCjO74wKvshiUfZhZO0fSwFNyIgC7oeCRCFxwsAJAatII9hnbdIw0yyfrRtlAlDgk5hhPR37WGMKlzjUf7n8u6NRASO6SBL9t0igY8iSDlV/UFSTkpx3h/3k4nLQ6w6Si3Oz5KJS83dDjuGKO3EyWsKidDla8DgU1XGCyIGojhRMDkXVQlA5OV01oYjFVDDu+oHjBxELXBDe7hr7jXpUhJtINU0wUm5asDl1mi3qZLUAX4XcYn862UXl8x1qsNY9Ou/QoD55w1uX0nu7V1NFc8zEPI1AEIiIHwQkCN22q2jFklKkSdvl8xJGq3XzEkarBfMjjHYr5SWMD1sir7t3EwO4CALGfc+jHd4hERM8eEVCejOcGCnAlPMnoMVVLG0LchVL26pcwdK6NFexvEifjBa92zqftq3QTc9vZJoST3jEYy5nIJwg7IQuHE2mOwtgpAW0huOJ9RBEJ9I+riA6kdZxiehU2sYVRB9BxIfqYiFlX3Qg8CLH8TshY54vWNsZl+eVrit0KNvPuBtYWs24G1hazbjrWNrNuBtYPoJY9/f8pv1+2P5rBi4vJ5TDFVWwpTVHsqkSNQPPtuXm/ylWev3/AbHIm0DFIQAA&quot;"/>
    <we:property name="creatorSessionId" value="&quot;befa9cf2-00a6-4122-981e-4654bf5fc77f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9Va2W7iShD9lSu/zAsatRdsnDdgiBSFLArR3IdRZPVSJj0ybWS3ueRG+fcptyEsQwJkwYQHhHs9dbpOVTXwaAmZjxP6cElHYJ1YAzlUoP+xrYalqpbO1dX5RfvmPLpsX/SwOR1rmarcOnm0NM2GoH/KvKBJOR8bf901LJok13RYPsU0yaFhjSHLU0UT+T9Ug7FLZwU8NSyYjpM0o+WSA001lMtOcDg+4972dxd3pFzLCQyA66qV2UEogthxHe7RICQBaTIcllcDDLKNQ8qlzfbdVGkqFW5Ttjm223TjkIeMASOc+AG4ZXssEz0bwh5603GG1qHND+OSlbaYUMVBWMaEDPIK8aPVTZNiZD71VtoHaZFxuIHYdCkt9QMuczuNYplzmkQqLSbWEzJynaXIl+nV817TcZ/+180AORLWCXm6w5ZcqmEyo3Rh3W2FME8kh6w8MPYbmTF2jAAPrPwwBLS+nIQWjasNJeQLq1c//ZwfiNOwTrN0ZKbNHEbjDi+Z07AqLIi2Yf17DxmYmUi/kPqZr9GYZjJffzqXqrSzYfUh1jsTWz0YWK9yeSOH92bVvtQVEWglTYpyqvOdrL68HzgHX3fmrWEJqukG5lSB9EqObpyZpcG4zD5bNKxRKmDL3G8Dc+rfnjHNBYLG/l6SgBmfzwj/HJ+8M5gdm7ViFocstKlNaBiQMNyqny768TBFunCh90kolqpUYh45xPHW0fbPOlH36iK6vhrctvubZNRAcJWXIrhZyHMD0nIDQcEXYQgthwkPEOUMem/Kk0KUDbspJF5WyCraXQRymeq/qThbo2ePc36WSLyVLAT17EW/NjqjKhLjCHczZ1yl13tnlHpBaLuIpENzyT9PI/s5XaWTpsso8bkDTAjX9lwvtMnb88wF0LzIYFfAmJxxdL4ONUmHI1A6mlBOlUZjgg0aadSGpnVUaMJjQuOSo0Jjv6VEiQulIFkRP05JMwFZ58Go4IfM5mUfRtbeoRRQhYyWz71AkFZA7MC3A8Aq0gj2VZs0TDVLp6tGmQDkeyRkQFjoYY0pHGJT7+3ybw+HGQzpPEn0PiKBjiCJmlT9RVFJStRpD3rR6Vm/2+5Hpx0z5LRQs7Mhh3DFrTgZzWFeuhwseOyL6jBBZE9UBwom+6KqIagcna6qUMRCKhh3PN/2/BbzHRDu9hr7g+6oCDeSahJhpFy3YL3rOK+o4+UCfBlyjffT8TYqX7+h+iu3R/sTLqgv7vDRpfTO7lVV0RwzMY9bIAi0iOf7xA+cuqtoxaJcxFHd5fMCRq118wJGrQXzM4x6K+UFjC9bIq+6dxUDuPB9xj3XpU3eJC0muP+OhPRhODFSgCnnj0CLy1jqFuQylrpVuYSldmkuY3mTPhnNuvdlPq1boeueX8k0Jq5wicsczkDYftAMHDiYTLcWwEgLaA2HE+s+iI7k+riE6EiujgtEx3JtXEL0FUS8ry7mUvZEE3y3ZdteM2DM9QSrO+PytNBlhQ55/Rl3DUutGXcNS60ZdxVLvRl3DctXEOvunl9dv582f5uBw/Mx5XBNFWy4miPZVImSgVev5eb/FNUvxciJZMm238HKf1ksfTfwB9UbahHuIQAA&quot;"/>
    <we:property name="isFiltersActionButtonVisible" value="false"/>
    <we:property name="isFooterCollapsed" value="true"/>
    <we:property name="isVisualContainerHeaderHidden" value="false"/>
    <we:property name="pageDisplayName" value="&quot;Solution_Fiscale&quot;"/>
    <we:property name="pageName" value="&quot;b179d7f232c4a790705b&quot;"/>
    <we:property name="pptInsertionSessionID" value="&quot;BB3383B7-593C-4112-8C53-DFF86E64DCD2&quot;"/>
    <we:property name="reportEmbeddedTime" value="&quot;2026-03-18T15:12:31.155Z&quot;"/>
    <we:property name="reportName" value="&quot;Projet_crise_logement_BI&quot;"/>
    <we:property name="reportState" value="&quot;CONNECTED&quot;"/>
    <we:property name="reportUrl" value="&quot;/groups/me/reports/654655a3-4ecb-4ecb-989b-b00ac9f8510f/b179d7f232c4a790705b&quot;"/>
  </we:properties>
  <we:bindings/>
  <we:snapshot xmlns:r="http://schemas.openxmlformats.org/officeDocument/2006/relationships"/>
</we:webextension>
</file>

<file path=ppt/webextensions/webextension9.xml><?xml version="1.0" encoding="utf-8"?>
<we:webextension xmlns:we="http://schemas.microsoft.com/office/webextensions/webextension/2010/11" id="{BD1DC46C-ECD2-43EA-82D1-B8665E605B49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52SwWrDMAyGX2X4XEZsJ3Hc665jFDp6KT0otlI8XCckTmlX+u6Tk0IP2yj0kMT6LX+/IuvCrBs6D+cPOCBbsrXbB4wvnC1YmBUseaGB28KKslAgJK8b2m276NowsOWFRej3GDduGMEnDInb3YKB9yvYp6gBP+CCddgPbQDvvnFOpq3Yj3hdMDx1vu0hIdcRIibskdIpphL4qyRHMNEdcY0mzqoCzHgma3pKK0WdWZPShjlhquzPlISe7N/aEMEFskkaV7I2oAWAkU3ToBK6Sfrgwt7fCr6f/Tx3qTkRT7FuT6kf9RcZJ9L1Sj8kMNMq12hKrSXYSoOBhzR3oH79ZskKMddK6abKitIImxfls6ycblIZrZUt6SYl15Xmz7KgErzOwAoruchkYWzxmPVPxybgXWEHpJlKi3aMQwcGVxAo3l5Y17c0SNHhlEeDA8Giva379H13EfvZegN+TK7TBLLJZpdeP7YJiEj3AgAA&quot;"/>
    <we:property name="creatorSessionId" value="&quot;e1c0b0e9-1543-4155-97c8-087913c3bd7e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51Sy2rDMBD8laKzKZaU2FZvaempT5qSSyhlLa2NiiIbWy5JQ/69KzvQQ1sCOVjWjmdn1svsmbF962D3CBtkV2xpa4/hgrOE+Qm5fnq6e1i83L0/Lh5uCW7aYBvfs6s9C9DVGFa2H8DFfgLXbwkD556hjlUFrseEtdj1jQdnv3Ai06fQDXhIGG5b13QQJZcBAkbZT6JTTd78UpIj6GA/cYk6TGgOmPJUlvRkRooyNTrS+okwTvYnJUqP9jeND2A92USM57LUoASAllVVYS5UFfHe+todB/7pfd21cSsBt6FstnEf5QcZR6XDgX5IYKrymUKdKSXBFAo0nFSzG9rXby1ZIM5UnquqSOeZFmY2z87VmgE3uVYqN5mQXHJVKH6uFhSClykYYSQXqZxrMz+t9c/GRsEfhG2QMhUvzRD6FjQ+g6d6vWdt11CQgsWRR8EBb9Ac711839uA3WS9AjdE1zGBbDShaWzp8ERDzCUbx3qLxzfHIR0ZIAMAAA==&quot;"/>
    <we:property name="isFiltersActionButtonVisible" value="false"/>
    <we:property name="isFooterCollapsed" value="true"/>
    <we:property name="isVisualContainerHeaderHidden" value="false"/>
    <we:property name="pageDisplayName" value="&quot;Application&quot;"/>
    <we:property name="pageName" value="&quot;7ae0103b1036d32b0dc3&quot;"/>
    <we:property name="pptInsertionSessionID" value="&quot;BB3383B7-593C-4112-8C53-DFF86E64DCD2&quot;"/>
    <we:property name="reportEmbeddedTime" value="&quot;2026-03-18T15:12:48.372Z&quot;"/>
    <we:property name="reportName" value="&quot;Projet_crise_logement_BI&quot;"/>
    <we:property name="reportState" value="&quot;CONNECTED&quot;"/>
    <we:property name="reportUrl" value="&quot;/groups/me/reports/654655a3-4ecb-4ecb-989b-b00ac9f8510f/7ae0103b1036d32b0dc3&quot;"/>
  </we:properties>
  <we:bindings/>
  <we:snapshot xmlns:r="http://schemas.openxmlformats.org/officeDocument/2006/relationships"/>
</we:webextension>
</file>

<file path=ppt/webextensions/webextension10.xml><?xml version="1.0" encoding="utf-8"?>
<we:webextension xmlns:we="http://schemas.microsoft.com/office/webextensions/webextension/2010/11" id="{9726DB75-2A68-4514-839A-CA7DC4BB09FC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51SwYrDIBT8lcVzWDQxanrd67IUuvRSeniaZ3GxJiSmtFv676tJoYddWOhFfeM4Mz7elbRu7D1cPuCIZEU27hAwvjBSkLAgDJUtkUuKjbIKGsoqk267ProujGR1JRGGA8atGyfwWSaBu31BwPs1HHJlwY9YkB6HsQvg3Tcu5HQVhwlvBcFz77sBsuQmQsQse0r0VOcIr1VyBBPdCTdo4oJq29BaMiqtaJjlUjHUiTYuhDnZn5QsPdu/dSGCC8kmYyU3nEqBRmFJOS8r4DTjowsHfw/8ePt56XNzIp6j7s65H/orGWel2y19qG61EMyg4JWBCqECav9Vc8fUr99aQlta6lojNXXTGGVq3T6fDHhbMWGl0dJKBrLipXo2mamBcVWWGlvJrajBtPhsslnwgZAjpqnKh26KYw8G1xBSvbuSfujSKEWHMy+NDoQW2/t5yPu7izgs1lvwU3adZ5DMNvu8/ACVj7Xp+QIAAA==&quot;"/>
    <we:property name="creatorSessionId" value="&quot;47aaa3a5-e144-4687-b480-7cab1da43dcd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51Sy2rDMBD8laJzKJYtW05ubempr9CUXkooK3llVBTZ2HJJGvLvXdmBHFoI5CJrR7Mz42X3rLJ962D3DBtkC7aytcdwxdmM+Qm5fXl5eLp5ffh8vnm6J7hpg218zxZ7FqCrMbzbfgAX+wn8WM8YOLeEOlYGXI8z1mLXNx6c/cGJTE+hG/AwY7htXdNBlFwFCBhlv4lONXnz64wcQQf7jSvUYUKVmSe55Ik0xZwbIUuOimj9RBiT/UuJ0qP9XeMDWE82EUuFFoksUJeYJkKkGYgk4r31tTsGPvW+7do4lYDboJptnIf6IuOodDjQD+WVKgqusRCZhgwhg8ScVbMbmtdfrUKZJFW5wkTn87kuda6qy5OBqDJeGKmVNJKDzERaXppM58BFmaYKKylMkYOu8NJko+AJYRukrYqXZgh9CxqX4Kn+2LO2a2iVgsWRR6sDvsLqeO/i99EG7Cbrd3BDdB13kI0mlMYqh2ca4mayMdY6Hr8UCpRkIgMAAA==&quot;"/>
    <we:property name="isFiltersActionButtonVisible" value="false"/>
    <we:property name="isFooterCollapsed" value="true"/>
    <we:property name="isVisualContainerHeaderHidden" value="false"/>
    <we:property name="pageDisplayName" value="&quot;Conclusion 1&quot;"/>
    <we:property name="pageName" value="&quot;bf9057107f691f4781eb&quot;"/>
    <we:property name="pptInsertionSessionID" value="&quot;BB3383B7-593C-4112-8C53-DFF86E64DCD2&quot;"/>
    <we:property name="reportEmbeddedTime" value="&quot;2026-03-18T15:13:16.979Z&quot;"/>
    <we:property name="reportName" value="&quot;Projet_crise_logement_BI&quot;"/>
    <we:property name="reportState" value="&quot;CONNECTED&quot;"/>
    <we:property name="reportUrl" value="&quot;/groups/me/reports/654655a3-4ecb-4ecb-989b-b00ac9f8510f/bf9057107f691f4781eb&quot;"/>
  </we:properties>
  <we:bindings/>
  <we:snapshot xmlns:r="http://schemas.openxmlformats.org/officeDocument/2006/relationships"/>
</we:webextension>
</file>

<file path=ppt/webextensions/webextension11.xml><?xml version="1.0" encoding="utf-8"?>
<we:webextension xmlns:we="http://schemas.microsoft.com/office/webextensions/webextension/2010/11" id="{A5328E8E-AD95-4B58-B3C5-FDE4F633F952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51STWsDIRT8K8XzUtwvV3PttZRASi4hh+f6DBajy+qGpCH/vbobyKGFQi7qG8eZ8fGuRJkwWLh8wBHJimzMwWF8KUlB3IJ0DQVQktY1aNEicCnrdOuHaLwLZHUlEcYDxq0JE9gsk8DdviBg7RoOudJgAxZkwDF4B9Z840JOV3Gc8FYQPA/Wj5AlNxEiZtlToqc6RShfsyP00Zxwg31cUKl12TLOUau6ZrzvkOlECwthTvYnJUvP9m/eRTAu2WSM8q4GwaViCLqXyFtdZTwYd7D3wI+3n5chNyfiOUp/zv2QX8k4K91u6UN10zQCQCTLBgB5Ryv6r5o5pn791mqpbGjJOiUaKoXuWF/1zydjXaeQl5WkoChorqFvnk2mlZJSlK1oy7ZSQGuQ7Nlks+ADIUdMU5UPfophgB7X4FK9u5Jh9GmUosGZl0YHnEJ1P495fzcRx8V6C3bKrvMMktlmn5cf2BeyHPkCAAA=&quot;"/>
    <we:property name="creatorSessionId" value="&quot;dffd54e8-8850-4950-91ea-c022102ff671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51Sy07DMBD8FeRzhJy3w60gTkCLKOKCEFrH68jIdaLEqQpV/511UqkHkCr14njHszOT1e6ZMkNn4XsJG2Q3bG0ah/4qZhFzM3K7Wj08LV4ePpeLp3uC286b1g3sZs889A36NzOMYEM/ge8fEQNrn6EJlQY7YMQ67IfWgTU/OJPpyfcjHiKGu862PQTJtQePQXZLdKrJO75OyRFqb7a4xtrPqNQ6zgshUKs0LURdYqGJNsyEKdm/lCA92d+1zoNxZBMwLsoUKiFVgaBriSLXScAH4xp7DHzqff3uwlQ87rxsd2Ee8ouMg9LhQD+UZllWAVRkmQGgKHnCz6qZDc3rr1bOZcbjolRVxmWly6JO6suTFWWpUMSJ5KA4aKGhzi5NppWSsorzKo/zRAFPQRaXJpsETwjbIG1VuLSjHzqo8Rkc1e971vUtrZI3OPFodcApVMd7H76PxmM/W7+BHYPrtINsMqE0Rlo80xA2k02xPsLxCyHZMskiAwAA&quot;"/>
    <we:property name="isFiltersActionButtonVisible" value="false"/>
    <we:property name="isFooterCollapsed" value="true"/>
    <we:property name="isVisualContainerHeaderHidden" value="false"/>
    <we:property name="pageDisplayName" value="&quot;Conclusion 2&quot;"/>
    <we:property name="pageName" value="&quot;bff15688efd3368c7e6f&quot;"/>
    <we:property name="pptInsertionSessionID" value="&quot;BB3383B7-593C-4112-8C53-DFF86E64DCD2&quot;"/>
    <we:property name="reportEmbeddedTime" value="&quot;2026-03-18T15:13:24.707Z&quot;"/>
    <we:property name="reportName" value="&quot;Projet_crise_logement_BI&quot;"/>
    <we:property name="reportState" value="&quot;CONNECTED&quot;"/>
    <we:property name="reportUrl" value="&quot;/groups/me/reports/654655a3-4ecb-4ecb-989b-b00ac9f8510f/bff15688efd3368c7e6f&quot;"/>
  </we:properties>
  <we:bindings/>
  <we:snapshot xmlns:r="http://schemas.openxmlformats.org/officeDocument/2006/relationships"/>
</we:webextension>
</file>

<file path=ppt/webextensions/webextension12.xml><?xml version="1.0" encoding="utf-8"?>
<we:webextension xmlns:we="http://schemas.microsoft.com/office/webextensions/webextension/2010/11" id="{6AF7B198-5B82-4C63-8058-3F36BE2D2851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51SwYrDIBT8lcVzWdREjb3udVkKXXopPTyTZ3GxJiSmtFv676tJoYfdpdCL+sZxZny8C2nc0Hk4f8AByZKs3T5gfGFkQcKM1MgF59ZIURXS0rqyWKbbtouuDQNZXkiEfo9x44YRfJZJ4Ha3IOD9Cva5suAHXJAO+6EN4N03zuR0FfsRrwuCp863PWTJdYSIWfaY6KlOEdhrkRyhju6Ia6zjjAKvKaNKUio52IZR0FWiDTNhSvYnJUtP9m9tiOBCsskY15UwIERZIJNKcWOKJuODC3t/C3x/+3nucnMinqJpT7kf5isZZ6XrNX2oqCvBrVSlarhCySRy+lDNHVK/fmtVUnKjLAqNlIMRgpvHWv8m0w0TtTDISmwKTYVRzD6bTNvSUi24UrIsQGijeflssknwjpADpqnKh3aMQwc1riCkenshXd+mUYoOJ14aHQgNNrdzn/d3F7GfrTfgx+w6zSCZbHZ5+QHqk6NK+QIAAA==&quot;"/>
    <we:property name="creatorSessionId" value="&quot;c9e8cac2-4af8-4096-9001-d7a884645c7f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51Sy07DMBD8FeRzhWwntmtugDjxqijighBaJ5vKyHWixK0KVf+ddYLEAVAlLo53PDszWe2e1X7oArzfwRrZGVv6VcR0ItiMxQm5uL+/vj1/uH69O7+9Irjtkm/jwM72LEG/wvTkhw2E3E/g88uMQQgLWOWqgTDgjHXYD22E4D9wItNT6jd4mDHcdaHtIUsuEyTMsluiU03e4rQgR6iS3+ISqzShICsuuNGcawlNLTjYOdGGiTAm+5WSpUf7yzYm8JFsMibtXDlQqixQaGOkc0Wd8cHHVfgK/N37+N7lqSTcJdfu8jzcGxlnpcOBfqio5ko22pSmlga10Cj5UTW/pnn91JprLZ1pUFnkEpxS0h3X+jOZrYWqlENRYl1YrpwRzX+T2aZsuFXSGF0WoKyzsvxvslHwG2FrpK3Kl3aThg4qXECk+nnPur6lVUoeRx6tDsQa6697n783PmE/WT9B2GTXcQfZaEJpvAt4pCFvJhtjveTjE4FAZPEiAwAA&quot;"/>
    <we:property name="isFiltersActionButtonVisible" value="false"/>
    <we:property name="isFooterCollapsed" value="true"/>
    <we:property name="isVisualContainerHeaderHidden" value="false"/>
    <we:property name="pageDisplayName" value="&quot;Conclusion 3&quot;"/>
    <we:property name="pageName" value="&quot;a2c010760062afd10a98&quot;"/>
    <we:property name="pptInsertionSessionID" value="&quot;BB3383B7-593C-4112-8C53-DFF86E64DCD2&quot;"/>
    <we:property name="reportEmbeddedTime" value="&quot;2026-03-18T15:13:51.444Z&quot;"/>
    <we:property name="reportName" value="&quot;Projet_crise_logement_BI&quot;"/>
    <we:property name="reportState" value="&quot;CONNECTED&quot;"/>
    <we:property name="reportUrl" value="&quot;/groups/me/reports/654655a3-4ecb-4ecb-989b-b00ac9f8510f/a2c010760062afd10a98&quot;"/>
  </we:properties>
  <we:bindings/>
  <we:snapshot xmlns:r="http://schemas.openxmlformats.org/officeDocument/2006/relationships"/>
</we:webextension>
</file>

<file path=ppt/webextensions/webextension13.xml><?xml version="1.0" encoding="utf-8"?>
<we:webextension xmlns:we="http://schemas.microsoft.com/office/webextensions/webextension/2010/11" id="{EC1362D7-3B1A-4AB3-8255-ED0F91A066FF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52SzWrDMBCEX6XoHEpk/djOtddSAim9lBxW0iqoKLKxlZI25N27sgM5tCWQi60djb5ZiT0xF8Y+wtcL7JGt2CbsEuYHzhYszYrS1qvaKO+8By+V1WBpt+tz6NLIVieWYdhhfgvjAWLBkPi+XTCIcQ27UnmIIy5Yj8PYJYjhG2czbeXhgOcFw2MfuwEKcpMhY8F+kp1qaoE/CkoEm8MnbtDmWRV6aXjt0NdSVG2DQokl2cbZMHX2p6Wgp/inLmUIiWKKtmydcpW0Cjnn2jetMqroY0i7eGn4evb1qy+PE/Z0w/Ia5oNiC+d8puuA1sJK4ypitV4614rqJivjMZvu+Jtmatc0wrSmkpJLo5umvk37pzPvTFvJCmTthDCNlkbK+zvzqAwIUFq2FQdupTXiXtoEvCpsjzRVZdEd8tiDxTUkqt9PrB86GqUccPLR6EBy6C7rofyfQ8Zhjn6DeCip0wyyKWZbPj8HLrZW+QIAAA==&quot;"/>
    <we:property name="creatorSessionId" value="&quot;605148cc-ceae-4fe6-a3ae-d326ce2f2494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51STWsCMRD9KyVnKWaT/erNlp6sH9TiRaRMNrOSErPLbhSt+N872RU8tEXwkmRe3rz3EubEtGlrC8cpbJE9sYXZOPQPnA2Y65Hn2Ww8Gb2PP6ejySvBVe1N5Vr2dGIemg36pWl3YEM/gav1gIG1c9iEqgTb4oDV2LSVA2u+sSfTlW92eB4wPNS2aiBILjx4DLJ7olNN3vxRkCMU3uxxgYXvUZEMFU81lqkUUZ6hiMWQaG1P6JL9SQnSnf1L5TwYRzYBG+Y61pEsYuScJ2WWxyoOeGvcxl4CX3s/jnX4FbOlF4bfUF9kG3TOZ3oOJIkopNIRaeWl1DoX0U0tjwevqsNvNZXqLBMqV5GUXKoky9Lbav8kK7XKIxmBTLUQKkukkvL+ZCXGCgTEicwjDryQhRL3qnWCV4RtkaYqHKqdb2socA6O6tWJ1U1Fo+QNdjwaHXAa9eXchP3NeGx66yXYXXDtZpB1JpTGKIs3GsJksi7WOiw/2trwYiIDAAA=&quot;"/>
    <we:property name="isFiltersActionButtonVisible" value="false"/>
    <we:property name="isFooterCollapsed" value="true"/>
    <we:property name="isVisualContainerHeaderHidden" value="false"/>
    <we:property name="pageDisplayName" value="&quot;Conclusion 4&quot;"/>
    <we:property name="pageName" value="&quot;360b17def743298e3530&quot;"/>
    <we:property name="pptInsertionSessionID" value="&quot;BB3383B7-593C-4112-8C53-DFF86E64DCD2&quot;"/>
    <we:property name="reportEmbeddedTime" value="&quot;2026-03-18T15:14:09.885Z&quot;"/>
    <we:property name="reportName" value="&quot;Projet_crise_logement_BI&quot;"/>
    <we:property name="reportState" value="&quot;CONNECTED&quot;"/>
    <we:property name="reportUrl" value="&quot;/groups/me/reports/654655a3-4ecb-4ecb-989b-b00ac9f8510f/360b17def743298e3530&quot;"/>
  </we:properties>
  <we:bindings/>
  <we:snapshot xmlns:r="http://schemas.openxmlformats.org/officeDocument/2006/relationships"/>
</we:webextension>
</file>

<file path=ppt/webextensions/webextension14.xml><?xml version="1.0" encoding="utf-8"?>
<we:webextension xmlns:we="http://schemas.microsoft.com/office/webextensions/webextension/2010/11" id="{815A478D-476A-4957-AD58-3E291F58F8AB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51SwWrEIBD9leJ5KWpMor32WsrCll5KD+M4LhbXhMQt2y7779Wk0EMLhb0Y5/ny3nOcM3NhHiN8PMKB2B3bhX2ifCPYhqUVMYq0sNwTVx0J7EXTYTkdxhyGNLO7M8sw7Sk/h/kIscoU8OV1wyDGLexr5SHOtGEjTfOQIIZPWsnlKE9HumwYncY4TFAldxkyVdn3Qi91iSBum+IImMM77QjzivbKIjqJXlNvBFei8X2hzSthSfYnpUov9vdDyhBSsakYR29QSOEBeKMMV1aLis8h7eN34J9/nz7G2pxMp2yHU+2HfSvGVelyKRcSzvUWLVkCz43hFoX/Vy0cSr9+a0mD4L03zimOrdTAtbo+WSsRXGO0lU3betnZVsprk1nZ6VY5aIU1UjVdx3l/rRYhQsPbThnf6fIGqDW/9paL4A/CDlQmtG6GY55HQNpCKvXLmY3TUMYyB1p4ZQwhOXLf+6l+H0KmabV+hnisrss8s8XmtS5f5bdhe0UDAAA=&quot;"/>
    <we:property name="creatorSessionId" value="&quot;cbc67630-b880-4151-bcdd-30f74604286b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51STWvcMBD9K0XnpUiybEu5paWnNB90Sy4hlJE0WlS0srG1YdNl/3tHdiCHFgJ7sTXPb957Gs+J+TiPCV7vYI/sim3jLmP5JNiG5RX5cn9/c3v94+bX3fXtN4KHscQhz+zqxApMOyyPcT5Aqv0EPj1vGKT0ALtaBUgzbtiI0zxkSPEPrmT6VKYDnjcMj2MaJqiS2wIFq+wL0akmb/G5IUdwJb7gFl1Z0V5Z57x0QWNvBFeiCT3R5pWwJPsvpUov9l+HXCBmsqkYd8E4IUUA4I0yXFktKj7HvEtvgd97f76OdSoFj8UOxzoP+5uMq9L5TBcS3vfWWbQIgRvDrRPhQ7W4p3n9qyWNgxCC8V5x10oNXKvLk7XSgW+MtrJp2yA720p5aTIrO90qD62wRqqm6zjvL9VC56DhbadM6DT9A6c1v/SWi+A7wvZIG1oPw6HMIzh8gEz104mN00BrWSIuPFpDyB7923mq7++x4LRaP0I6VNdln9liQmmiTfhBQ91ytsR6ro+/fpbw6W4DAAA=&quot;"/>
    <we:property name="isFiltersActionButtonVisible" value="false"/>
    <we:property name="isVisualContainerHeaderHidden" value="false"/>
    <we:property name="pageDisplayName" value="&quot;Conclusion 5&quot;"/>
    <we:property name="pageName" value="&quot;74bccd2cf8e7910413f7&quot;"/>
    <we:property name="pptInsertionSessionID" value="&quot;BB3383B7-593C-4112-8C53-DFF86E64DCD2&quot;"/>
    <we:property name="reportEmbeddedTime" value="&quot;2026-03-18T15:14:29.361Z&quot;"/>
    <we:property name="reportName" value="&quot;Projet_crise_logement_BI&quot;"/>
    <we:property name="reportState" value="&quot;CONNECTED&quot;"/>
    <we:property name="reportUrl" value="&quot;/groups/me/reports/654655a3-4ecb-4ecb-989b-b00ac9f8510f/74bccd2cf8e7910413f7&quot;"/>
  </we:properties>
  <we:bindings/>
  <we:snapshot xmlns:r="http://schemas.openxmlformats.org/officeDocument/2006/relationships"/>
</we:webextension>
</file>

<file path=ppt/webextensions/webextension15.xml><?xml version="1.0" encoding="utf-8"?>
<we:webextension xmlns:we="http://schemas.microsoft.com/office/webextensions/webextension/2010/11" id="{861B5BA1-0B01-4577-BEBE-03BCE293F70C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52TT2vcMBDFv0rReQn6bynXXksJbMgl5DCSRouKVja2Nmy67HevZAdyaKHgi615evq98SDfSEjLlOHjJ5yRPJJjOhWs3xg5kLIpCMJEHwEi+EHqwQoPbXecahrLQh5vpMJ8wvqSlgvkjmni69uBQM5PcOpVhLzggUw4L2OBnH7jZm5bdb7g/UDwOuVxho48VqjYse/N3urWAnsQLRF8Te94RF83FSjjRgqnlBuCC4ORCptt2QxrZ/+0dPQa/30sFVJpMV2jynsfmBNRMXSaB2Zs15dUTvmz4a+zzx9TH07Fa3Xjtc/D/WrBnXS/tw8SyPnAlfaNhIEHMwj+X1o6t3n9zbJt5Bylp2goR0YHHv3+zgCUsJTbIHkU1lAKzOztzGmUKIznwrDBo+UyhL0stFo7ZJxaiUxZEbXezYrUUo1CmSikZzYyqXEfa8V9KeSM7a73xXipywQen6C0+vVGpnlsF7wmXH3tQkMJGD7Xc3//SBXnLfgF8qVnrn8GWWPe+uMPaCrbBo8DAAA=&quot;"/>
    <we:property name="creatorSessionId" value="&quot;c5fe4058-ade6-45f9-a804-17bae2494ee5&quot;"/>
    <we:property name="creatorTenantId" value="&quot;fc52f284-529a-4fe7-ac43-9a0bbcd747a2&quot;"/>
    <we:property name="creatorUserId" value="&quot;100320058CCD14C0&quot;"/>
    <we:property name="datasetId" value="&quot;fc02009d-704d-441c-ad90-d4ee4ac2823f&quot;"/>
    <we:property name="embedUrl" value="&quot;/reportEmbed?reportId=654655a3-4ecb-4ecb-989b-b00ac9f8510f&amp;config=eyJjbHVzdGVyVXJsIjoiaHR0cHM6Ly9XQUJJLUZSQU5DRS1DRU5UUkFM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51TTWvcMBD9K0HnpejTlnJLS09pPuiGXEIoI2m8KGhlY2vDpsv+90p2IIcUAr7Ymuc37z0PoxPxYRoivN3CHskl2YZdwnzByIakBfl+d3d9c/X7+s/t1c3PAvdDDn2ayOWJZBh3mB/DdIBY+wv49LwhEOM97GrVQZxwQwYcpz5BDH9xIZdPeTzgeUPwOMR+hCq5zZCxyr4WeqmLN/smiiO4HF5xiy4vKFDGtRRWKdt661stFRbatBDmZP+lVOnZ/kefMoRUbCpGlXPOMys6xdA23DNtKj6FtIvvgT96H96GOpWMx2z7Y52HfSnGVel8Lj8kkPOWq8YVJfTc61bwL9XCvszrs5YxwnGUjqKmHBlteefWJwNQwlBuvOSdMJpSYHptMtugRKEdF5q1Dg2X3q/VQtM0FhmnRiJTRnRNs1qro4Y2KJTuhHTMdEw2uE5rlvtAyB7LrtdDf8jTAA7vIZX66USGsS8LngPOvLLQkDz69/NY379CxnExfoR4qJ7zzSCzSckSbMQvGup9IXOs5/r4B3wr0qm4AwAA&quot;"/>
    <we:property name="isFiltersActionButtonVisible" value="false"/>
    <we:property name="isFooterCollapsed" value="true"/>
    <we:property name="isVisualContainerHeaderHidden" value="false"/>
    <we:property name="pageDisplayName" value="&quot;Page 1&quot;"/>
    <we:property name="pageName" value="&quot;a012843b55b7dbd7845e&quot;"/>
    <we:property name="pptInsertionSessionID" value="&quot;BB3383B7-593C-4112-8C53-DFF86E64DCD2&quot;"/>
    <we:property name="reportEmbeddedTime" value="&quot;2026-03-18T15:14:52.493Z&quot;"/>
    <we:property name="reportName" value="&quot;Projet_crise_logement_BI&quot;"/>
    <we:property name="reportState" value="&quot;CONNECTED&quot;"/>
    <we:property name="reportUrl" value="&quot;/groups/me/reports/654655a3-4ecb-4ecb-989b-b00ac9f8510f/a012843b55b7dbd7845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Grand écran</PresentationFormat>
  <Paragraphs>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fabrice waymel</dc:creator>
  <cp:lastModifiedBy>fabrice waymel</cp:lastModifiedBy>
  <cp:revision>3</cp:revision>
  <dcterms:created xsi:type="dcterms:W3CDTF">2026-03-18T15:08:09Z</dcterms:created>
  <dcterms:modified xsi:type="dcterms:W3CDTF">2026-03-18T16:03:45Z</dcterms:modified>
</cp:coreProperties>
</file>